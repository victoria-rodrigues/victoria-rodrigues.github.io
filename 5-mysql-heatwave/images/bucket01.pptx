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02" d="100"/>
          <a:sy n="102" d="100"/>
        </p:scale>
        <p:origin x="28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3D099-D3EC-CBD2-2E02-2693F6EAC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63E17-A03D-1049-5CC0-109ACD936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7EDC1-BC91-7FF2-8C7E-45217DB04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5F22-1175-F04C-A3B0-AB467F4DF7F0}" type="datetimeFigureOut">
              <a:rPr lang="en-BR" smtClean="0"/>
              <a:t>09/11/25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01E43-C931-424C-8E1C-4FE6DCB34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46F67-8B2F-B24F-99B7-F7C777E30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71AA-E745-5846-9AD2-9372CF529E6A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44432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B57AC-886B-272E-4CEE-DEB0EC9D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D747F-2381-6BF2-8CD5-CF456CD13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2E42F-5E56-5AF8-45AB-6BA450B8B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5F22-1175-F04C-A3B0-AB467F4DF7F0}" type="datetimeFigureOut">
              <a:rPr lang="en-BR" smtClean="0"/>
              <a:t>09/11/25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56BF0-0A05-AD11-AE83-B6352D8B2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3068A-A962-37DC-B0CE-060354B6B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71AA-E745-5846-9AD2-9372CF529E6A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225302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99C4-4C54-75FF-F68B-1CA32663E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AA4DD-7195-9A51-8460-AACE753AD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4DB36-2834-9B2F-FD7E-E5906BD6F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5F22-1175-F04C-A3B0-AB467F4DF7F0}" type="datetimeFigureOut">
              <a:rPr lang="en-BR" smtClean="0"/>
              <a:t>09/11/25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3C4E3-5838-38EF-36C9-8D5452EC4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834BA-A1BE-CAFE-524B-B21DB8308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71AA-E745-5846-9AD2-9372CF529E6A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15842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A0DEA-861D-888D-0DDD-B2B007EE0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B46B9-EB5F-8479-0BC9-CBE5AA700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312C0-8692-8C54-7CEE-9EE2CF419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5ED07-EE18-EE70-A175-A7E42AC7A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5F22-1175-F04C-A3B0-AB467F4DF7F0}" type="datetimeFigureOut">
              <a:rPr lang="en-BR" smtClean="0"/>
              <a:t>09/11/25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D7AEF5-9025-3858-184E-9AFC30A38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E58CB-A6CB-9ABA-38C5-1C0A7AF70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71AA-E745-5846-9AD2-9372CF529E6A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2128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146DE-4AE9-37C4-C5D9-2CEC681C4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406E0-5D68-44C3-5E11-436A37468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93EF1-2D59-889A-0EC0-4FBFB6D71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24663E-C31A-9FCF-B1BE-34A4AF038D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90F2EF-3EE1-34B0-9665-D22740C02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AF8F40-77CB-F31F-44AD-02D6EE15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5F22-1175-F04C-A3B0-AB467F4DF7F0}" type="datetimeFigureOut">
              <a:rPr lang="en-BR" smtClean="0"/>
              <a:t>09/11/25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C05C27-149C-D24E-B7C3-23B8DCB6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24E32D-4257-2F73-CA8A-9ADB1569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71AA-E745-5846-9AD2-9372CF529E6A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06154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B49B5-3CD9-0EDA-9C7F-4CB23AA7E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FF6A00-A767-350B-B48E-874591B13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5F22-1175-F04C-A3B0-AB467F4DF7F0}" type="datetimeFigureOut">
              <a:rPr lang="en-BR" smtClean="0"/>
              <a:t>09/11/25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37AA78-C2FD-115C-80F3-594EC0C2E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72C6C7-9A6F-BEF4-B3A2-D35002D34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71AA-E745-5846-9AD2-9372CF529E6A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019438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110E8C-0925-D61B-E813-D4BA0100E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5F22-1175-F04C-A3B0-AB467F4DF7F0}" type="datetimeFigureOut">
              <a:rPr lang="en-BR" smtClean="0"/>
              <a:t>09/11/25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EE622B-29F6-C841-E673-D4445A57A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1105D-350B-1862-F8B5-CACD0A539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71AA-E745-5846-9AD2-9372CF529E6A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4457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F79F-F011-60EB-EB67-823CC20B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16586-BDEC-75CF-4245-BF2252F80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9E70-7D64-5895-4BF7-99D6B95C3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A7461-3F66-7F1E-BB5F-88272C3E2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5F22-1175-F04C-A3B0-AB467F4DF7F0}" type="datetimeFigureOut">
              <a:rPr lang="en-BR" smtClean="0"/>
              <a:t>09/11/25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87A86-FAEF-9A6F-364D-0A1A731A7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DD6C8-3027-E87C-CBAA-51FAC1789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71AA-E745-5846-9AD2-9372CF529E6A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80518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4323-4B91-05DD-FD7B-119BF32A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5AC431-7B02-EEAA-4562-0242CEEE08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128B04-5816-6D23-AA7B-45C11A8A6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5FE02-E046-AC99-84D4-42376033C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5F22-1175-F04C-A3B0-AB467F4DF7F0}" type="datetimeFigureOut">
              <a:rPr lang="en-BR" smtClean="0"/>
              <a:t>09/11/25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98B17-E762-9961-B733-37CDE265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AF55A-59B5-A8DF-4BDE-B0B19FD7A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71AA-E745-5846-9AD2-9372CF529E6A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9286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9EB8-50CA-4E60-DFF5-9EF9DB2F1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5377C-EED0-EB4D-4174-4F8F9F42B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3BF06-B8E8-F4FE-0403-7136A9340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5F22-1175-F04C-A3B0-AB467F4DF7F0}" type="datetimeFigureOut">
              <a:rPr lang="en-BR" smtClean="0"/>
              <a:t>09/11/25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F496A-608F-CFAC-78C7-665B621D5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CC934-A0B2-42F1-4D13-DBC95B922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71AA-E745-5846-9AD2-9372CF529E6A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058905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CB847E-6D4C-6CB6-70E9-4ED5F51E8B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7E290A-B071-DA58-4D59-E42EABA0C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0D909-A2C2-42A1-D792-CEC7E9B8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85F22-1175-F04C-A3B0-AB467F4DF7F0}" type="datetimeFigureOut">
              <a:rPr lang="en-BR" smtClean="0"/>
              <a:t>09/11/25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86DEB-F9AC-7C09-F6CA-8A7892828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50D18-8BB3-640A-769F-1BB44B8F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71AA-E745-5846-9AD2-9372CF529E6A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8039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6CCC5A-3766-866A-5682-9E7155099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52508-2E0A-4C26-84E1-A9CB59C3E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CE671-6B42-87B7-554C-A6C29C378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285F22-1175-F04C-A3B0-AB467F4DF7F0}" type="datetimeFigureOut">
              <a:rPr lang="en-BR" smtClean="0"/>
              <a:t>09/11/25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DA195-C4D2-4D23-A390-AD5D9D06E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5030E-28C0-4305-9ABF-793CAEA63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0971AA-E745-5846-9AD2-9372CF529E6A}" type="slidenum">
              <a:rPr lang="en-BR" smtClean="0"/>
              <a:t>‹#›</a:t>
            </a:fld>
            <a:endParaRPr lang="en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2DC790-2D8F-E338-A389-C7BC06F4D7D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6335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– Oracle Internal</a:t>
            </a:r>
          </a:p>
        </p:txBody>
      </p:sp>
    </p:spTree>
    <p:extLst>
      <p:ext uri="{BB962C8B-B14F-4D97-AF65-F5344CB8AC3E}">
        <p14:creationId xmlns:p14="http://schemas.microsoft.com/office/powerpoint/2010/main" val="224720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813E4219-CEC3-17C5-8445-B347A3404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26417"/>
            <a:ext cx="7772400" cy="400516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0840E4-29BE-0ACE-F61A-9CA8A984583A}"/>
              </a:ext>
            </a:extLst>
          </p:cNvPr>
          <p:cNvCxnSpPr>
            <a:cxnSpLocks/>
          </p:cNvCxnSpPr>
          <p:nvPr/>
        </p:nvCxnSpPr>
        <p:spPr>
          <a:xfrm flipH="1">
            <a:off x="1583268" y="2471107"/>
            <a:ext cx="5066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AD0CB5-44F2-3B1E-210B-AC0E8D7F4C4D}"/>
              </a:ext>
            </a:extLst>
          </p:cNvPr>
          <p:cNvCxnSpPr>
            <a:cxnSpLocks/>
          </p:cNvCxnSpPr>
          <p:nvPr/>
        </p:nvCxnSpPr>
        <p:spPr>
          <a:xfrm flipH="1" flipV="1">
            <a:off x="384036" y="3790034"/>
            <a:ext cx="197708" cy="1647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5E24117-CA10-5CD7-29B4-F39E1187B09E}"/>
              </a:ext>
            </a:extLst>
          </p:cNvPr>
          <p:cNvCxnSpPr>
            <a:cxnSpLocks/>
          </p:cNvCxnSpPr>
          <p:nvPr/>
        </p:nvCxnSpPr>
        <p:spPr>
          <a:xfrm>
            <a:off x="11346854" y="3429000"/>
            <a:ext cx="174547" cy="2732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83F299-50F2-1942-0BC2-787839F09DC5}"/>
              </a:ext>
            </a:extLst>
          </p:cNvPr>
          <p:cNvCxnSpPr>
            <a:cxnSpLocks/>
          </p:cNvCxnSpPr>
          <p:nvPr/>
        </p:nvCxnSpPr>
        <p:spPr>
          <a:xfrm flipH="1">
            <a:off x="10617333" y="3509387"/>
            <a:ext cx="259729" cy="1929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B23F3F7-623A-88DC-469C-8A21149A3B90}"/>
              </a:ext>
            </a:extLst>
          </p:cNvPr>
          <p:cNvCxnSpPr>
            <a:cxnSpLocks/>
          </p:cNvCxnSpPr>
          <p:nvPr/>
        </p:nvCxnSpPr>
        <p:spPr>
          <a:xfrm flipH="1">
            <a:off x="11156534" y="2188802"/>
            <a:ext cx="36486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962C8AE-769D-CCF2-4672-3BCBF92BEAC8}"/>
              </a:ext>
            </a:extLst>
          </p:cNvPr>
          <p:cNvCxnSpPr>
            <a:cxnSpLocks/>
          </p:cNvCxnSpPr>
          <p:nvPr/>
        </p:nvCxnSpPr>
        <p:spPr>
          <a:xfrm flipH="1" flipV="1">
            <a:off x="845146" y="5585184"/>
            <a:ext cx="339834" cy="1598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C5CE28C-3E21-BAAE-7141-307F727B28CD}"/>
              </a:ext>
            </a:extLst>
          </p:cNvPr>
          <p:cNvCxnSpPr>
            <a:cxnSpLocks/>
          </p:cNvCxnSpPr>
          <p:nvPr/>
        </p:nvCxnSpPr>
        <p:spPr>
          <a:xfrm flipH="1">
            <a:off x="4343987" y="1988098"/>
            <a:ext cx="36486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D5B91C3-C86D-7B86-C4CD-DC32CB6CD15A}"/>
              </a:ext>
            </a:extLst>
          </p:cNvPr>
          <p:cNvCxnSpPr>
            <a:cxnSpLocks/>
          </p:cNvCxnSpPr>
          <p:nvPr/>
        </p:nvCxnSpPr>
        <p:spPr>
          <a:xfrm flipH="1">
            <a:off x="4823483" y="3265753"/>
            <a:ext cx="36486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9794A41-FCB0-5833-4176-E7FB2E0AE8E6}"/>
              </a:ext>
            </a:extLst>
          </p:cNvPr>
          <p:cNvCxnSpPr>
            <a:cxnSpLocks/>
          </p:cNvCxnSpPr>
          <p:nvPr/>
        </p:nvCxnSpPr>
        <p:spPr>
          <a:xfrm flipH="1">
            <a:off x="11671599" y="2375480"/>
            <a:ext cx="36486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2D55A5D0-3978-3A60-6E69-A31BD7E0F6E2}"/>
              </a:ext>
            </a:extLst>
          </p:cNvPr>
          <p:cNvSpPr/>
          <p:nvPr/>
        </p:nvSpPr>
        <p:spPr>
          <a:xfrm>
            <a:off x="799274" y="1192880"/>
            <a:ext cx="375920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155AA86-49FE-AAEE-AB28-B6C4F735F595}"/>
              </a:ext>
            </a:extLst>
          </p:cNvPr>
          <p:cNvCxnSpPr>
            <a:cxnSpLocks/>
          </p:cNvCxnSpPr>
          <p:nvPr/>
        </p:nvCxnSpPr>
        <p:spPr>
          <a:xfrm flipH="1">
            <a:off x="11422973" y="2771177"/>
            <a:ext cx="36486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2C29627-E79C-0506-01E1-B34369551574}"/>
              </a:ext>
            </a:extLst>
          </p:cNvPr>
          <p:cNvCxnSpPr>
            <a:cxnSpLocks/>
          </p:cNvCxnSpPr>
          <p:nvPr/>
        </p:nvCxnSpPr>
        <p:spPr>
          <a:xfrm flipH="1">
            <a:off x="11455209" y="567424"/>
            <a:ext cx="36486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52DE10A-2711-9AB3-B0A5-0941E8A4F689}"/>
              </a:ext>
            </a:extLst>
          </p:cNvPr>
          <p:cNvCxnSpPr>
            <a:cxnSpLocks/>
          </p:cNvCxnSpPr>
          <p:nvPr/>
        </p:nvCxnSpPr>
        <p:spPr>
          <a:xfrm flipH="1">
            <a:off x="11380468" y="2973681"/>
            <a:ext cx="36486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52223EE-3546-996D-FBE7-B659127B587D}"/>
              </a:ext>
            </a:extLst>
          </p:cNvPr>
          <p:cNvCxnSpPr>
            <a:cxnSpLocks/>
          </p:cNvCxnSpPr>
          <p:nvPr/>
        </p:nvCxnSpPr>
        <p:spPr>
          <a:xfrm flipH="1">
            <a:off x="11562901" y="3151133"/>
            <a:ext cx="36486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264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4de43ec-192a-49eb-8e54-baeb8c71bbbe}" enabled="1" method="Standard" siteId="{4e2c6054-71cb-48f1-bd6c-3a9705aca71b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Julio Rocha</dc:creator>
  <cp:lastModifiedBy>Julio Rocha</cp:lastModifiedBy>
  <cp:revision>1</cp:revision>
  <dcterms:created xsi:type="dcterms:W3CDTF">2025-11-09T12:44:42Z</dcterms:created>
  <dcterms:modified xsi:type="dcterms:W3CDTF">2025-11-09T16:35:20Z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 – Oracle Internal</vt:lpwstr>
  </property>
</Properties>
</file>